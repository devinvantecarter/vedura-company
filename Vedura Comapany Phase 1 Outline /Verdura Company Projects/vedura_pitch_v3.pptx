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B4332">
              <a:alpha val="4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52B788">
              <a:alpha val="20000"/>
            </a:srgbClr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VEDURA COMPANY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world's first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truly solarpunk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Giving people a real alternative.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Cincinnati AI Week  ·  June 9, 2026  ·  Loveland, Ohio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People's livelihoods are being turned to garbage.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651760" cy="2560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65760" cy="36576"/>
          </a:xfrm>
          <a:prstGeom prst="rect">
            <a:avLst/>
          </a:prstGeom>
          <a:solidFill>
            <a:srgbClr val="A3783A"/>
          </a:solidFill>
          <a:ln w="12700">
            <a:solidFill>
              <a:srgbClr val="A378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Grid costs rising 15% annually. Outages increasing. People have no real alternative.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828800"/>
            <a:ext cx="2651760" cy="2560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365760" cy="36576"/>
          </a:xfrm>
          <a:prstGeom prst="rect">
            <a:avLst/>
          </a:prstGeom>
          <a:solidFill>
            <a:srgbClr val="A3783A"/>
          </a:solidFill>
          <a:ln w="12700">
            <a:solidFill>
              <a:srgbClr val="A37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6060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chains are fragile. Growing your own food feels impossible without expertise.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651760" cy="25603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2468880"/>
            <a:ext cx="365760" cy="36576"/>
          </a:xfrm>
          <a:prstGeom prst="rect">
            <a:avLst/>
          </a:prstGeom>
          <a:solidFill>
            <a:srgbClr val="A3783A"/>
          </a:solidFill>
          <a:ln w="12700">
            <a:solidFill>
              <a:srgbClr val="A378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60604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People have lost their morning reason to get up. The system isn't working for them.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37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cyberpunk dystopia isn't coming. It's already here.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081C15">
              <a:alpha val="60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81C15">
              <a:alpha val="40000"/>
            </a:srgbClr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MISSION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i="1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"Like Superman,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i="1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want to help."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83464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bring life back into people's mornings.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build the exit ramp from a system that has failed them.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4160520"/>
            <a:ext cx="27432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37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Solarpunk is not an aesthetic. It's a plan.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Zen Vision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AI platform that makes off-grid living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accessible, intelligent, and beautiful.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51176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14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health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2514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vision detects disease, pests, stress from a photo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145536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108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power 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3108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Intelligently routes power across solar, battery, and grid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39896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703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AI advisor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3703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 running on your hardware — private, free, off-grid capable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34256"/>
            <a:ext cx="347472" cy="34747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297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4297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with others building the same life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640080"/>
            <a:ext cx="2834640" cy="4206240"/>
          </a:xfrm>
          <a:prstGeom prst="roundRect">
            <a:avLst>
              <a:gd name="adj" fmla="val 8065"/>
            </a:avLst>
          </a:prstGeom>
          <a:solidFill>
            <a:srgbClr val="1B433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097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Zen Vision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0" y="1508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homestead,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intelligently alive.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286000"/>
            <a:ext cx="2286000" cy="777240"/>
          </a:xfrm>
          <a:prstGeom prst="rect">
            <a:avLst/>
          </a:prstGeom>
          <a:solidFill>
            <a:srgbClr val="081C15"/>
          </a:solidFill>
          <a:ln w="12700">
            <a:solidFill>
              <a:srgbClr val="081C1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035040" y="27614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scan accuracy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200400"/>
            <a:ext cx="2286000" cy="777240"/>
          </a:xfrm>
          <a:prstGeom prst="rect">
            <a:avLst/>
          </a:prstGeom>
          <a:solidFill>
            <a:srgbClr val="081C15"/>
          </a:solidFill>
          <a:ln w="12700">
            <a:solidFill>
              <a:srgbClr val="081C1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32461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035040" y="36758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cloud costs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4114800"/>
            <a:ext cx="2286000" cy="777240"/>
          </a:xfrm>
          <a:prstGeom prst="rect">
            <a:avLst/>
          </a:prstGeom>
          <a:solidFill>
            <a:srgbClr val="081C15"/>
          </a:solidFill>
          <a:ln w="12700">
            <a:solidFill>
              <a:srgbClr val="081C1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4160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035040" y="45902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data, private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3783A"/>
          </a:solidFill>
          <a:ln w="12700">
            <a:solidFill>
              <a:srgbClr val="A37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WE'VE BUILT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slide deck. A working product.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4114800" cy="822960"/>
          </a:xfrm>
          <a:prstGeom prst="rect">
            <a:avLst/>
          </a:prstGeom>
          <a:solidFill>
            <a:srgbClr val="081C15">
              <a:alpha val="70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73152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0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health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212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OpenCV computer vision — HSV analysis, edge detection, spot mapping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4114800" cy="822960"/>
          </a:xfrm>
          <a:prstGeom prst="rect">
            <a:avLst/>
          </a:prstGeom>
          <a:solidFill>
            <a:srgbClr val="081C15">
              <a:alpha val="70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828800"/>
            <a:ext cx="73152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90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AI controller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212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Priority-based load routing across solar, battery, and grid. Explainable decisions.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4114800" cy="822960"/>
          </a:xfrm>
          <a:prstGeom prst="rect">
            <a:avLst/>
          </a:prstGeom>
          <a:solidFill>
            <a:srgbClr val="081C15">
              <a:alpha val="70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73152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62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1729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REST API — upload a photo, get an instant health report in seconds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788920"/>
            <a:ext cx="4114800" cy="822960"/>
          </a:xfrm>
          <a:prstGeom prst="rect">
            <a:avLst/>
          </a:prstGeom>
          <a:solidFill>
            <a:srgbClr val="081C15">
              <a:alpha val="70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788920"/>
            <a:ext cx="73152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862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AI advisor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1729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Mistral via Ollama — runs on your hardware, zero cost, zero cloud, fully private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4114800" cy="822960"/>
          </a:xfrm>
          <a:prstGeom prst="rect">
            <a:avLst/>
          </a:prstGeom>
          <a:solidFill>
            <a:srgbClr val="081C15">
              <a:alpha val="70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749040"/>
            <a:ext cx="73152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PWA mobile app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133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Installable on iPhone + Android — solarpunk design, works on home WiFi today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749040"/>
            <a:ext cx="4114800" cy="822960"/>
          </a:xfrm>
          <a:prstGeom prst="rect">
            <a:avLst/>
          </a:prstGeom>
          <a:solidFill>
            <a:srgbClr val="081C15">
              <a:alpha val="70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749040"/>
            <a:ext cx="73152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integration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4133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with session memory — your homestead advisor knows your full setup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is building what we're building.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01168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554480"/>
            <a:ext cx="137160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1554480"/>
            <a:ext cx="137160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1554480"/>
            <a:ext cx="137160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554480"/>
            <a:ext cx="137160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0" y="1554480"/>
            <a:ext cx="137160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011680"/>
            <a:ext cx="2011680" cy="420624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0116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Vedura / Zen Vision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0" y="2011680"/>
            <a:ext cx="1371600" cy="420624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2011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0" y="2011680"/>
            <a:ext cx="1371600" cy="420624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011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0" y="2011680"/>
            <a:ext cx="1371600" cy="420624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011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2011680"/>
            <a:ext cx="1371600" cy="420624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011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0" y="2011680"/>
            <a:ext cx="1371600" cy="420624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2011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2487168"/>
            <a:ext cx="201168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4871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OffGrid AI Toolkit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0" y="2487168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24871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0" y="2487168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24871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29200" y="2487168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24871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00800" y="2487168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24871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772400" y="2487168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0" y="24871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74320" y="2962656"/>
            <a:ext cx="201168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96265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SmartHelio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286000" y="2962656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0" y="29626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0" y="2962656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0" y="29626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029200" y="2962656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29626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400800" y="2962656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29626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772400" y="2962656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0" y="29626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274320" y="3438144"/>
            <a:ext cx="201168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343814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Toshiba Solar AI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286000" y="3438144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0" y="34381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657600" y="3438144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0" y="34381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029200" y="3438144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0" y="34381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400800" y="3438144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0" y="34381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7772400" y="3438144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72400" y="34381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274320" y="3913632"/>
            <a:ext cx="201168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9136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FarmBot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286000" y="3913632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86000" y="391363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3657600" y="3913632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0" y="391363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5029200" y="3913632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0" y="391363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6400800" y="3913632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00800" y="391363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7772400" y="3913632"/>
            <a:ext cx="1371600" cy="420624"/>
          </a:xfrm>
          <a:prstGeom prst="rect">
            <a:avLst/>
          </a:prstGeom>
          <a:solidFill>
            <a:srgbClr val="EDF4ED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772400" y="391363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274320" y="4389120"/>
            <a:ext cx="201168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43891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Tesla Powerwall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286000" y="4389120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286000" y="43891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3657600" y="4389120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57600" y="43891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5029200" y="4389120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29200" y="43891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400800" y="4389120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400800" y="43891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7772400" y="4389120"/>
            <a:ext cx="1371600" cy="420624"/>
          </a:xfrm>
          <a:prstGeom prst="rect">
            <a:avLst/>
          </a:prstGeom>
          <a:solidFill>
            <a:srgbClr val="F8F4E3"/>
          </a:solidFill>
          <a:ln w="6350">
            <a:solidFill>
              <a:srgbClr val="D0D8D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772400" y="43891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37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the only platform combining all five for the individual homesteader.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off-grid market is not a niche.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movement.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651760" cy="2377440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250K+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2926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Off-grid households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the US alone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Growing 15% annually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920240"/>
            <a:ext cx="2651760" cy="2377440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18K+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83280" y="2926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Ohio alone —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home market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We're already here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920240"/>
            <a:ext cx="2651760" cy="2377440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$36M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263640" y="2926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 at just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1% capture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$12/mo × 250K users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Ohio + Indiana: 2 of the top 5 states for off-grid growth. Zero dominant app in the space.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rivers of revenue.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73152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Subscription 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$9–15 / month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762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health scans, solar monitoring, AI knowledge guide, community access. Free tier to grow the base.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73152" cy="914400"/>
          </a:xfrm>
          <a:prstGeom prst="rect">
            <a:avLst/>
          </a:prstGeom>
          <a:solidFill>
            <a:srgbClr val="A3783A"/>
          </a:solidFill>
          <a:ln w="12700">
            <a:solidFill>
              <a:srgbClr val="A378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97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bundles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37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$299–999 one-time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2735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Pre-configured solar starter kits, soil sensors, and cameras — all plug-and-play with Zen Vision.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73152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94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&amp; courses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 / month premium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3708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 Q&amp;A, deep guides, peer networks for homesteaders. Loyalty and retention engine.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434840"/>
            <a:ext cx="82296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 to profitability: 5,000 subscribers = $600K ARR. Achievable in 18 months.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can't Google just build this?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37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can build the software. They cannot build the soul.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Movement, not just a product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3591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Solarpunk is a cultural identity. Our users don't just use Zen Vision — they belong to something. A corporation cannot authentically replicate that.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Local-first AI — truly private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0906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intelligence runs on your hardware via Ollama. No OpenAI bill. No data sent to the cloud. No surveillance capitalism. A genuine competitive moat.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Integrated intelligence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8221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competitor solves plant OR power. We solve the whole homestead. That integration is our defensible position — no one else connects these systems.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Midwest roots, Midwest market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5537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We're building for people competitors ignore — rural Ohio, Indiana, Kentucky. We understand this community because we are this community. Loveland, Ohio.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3783A"/>
          </a:solidFill>
          <a:ln w="12700">
            <a:solidFill>
              <a:srgbClr val="A378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TO LAUNCH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days to Cincinnati. Here's the plan.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011680" cy="3246120"/>
          </a:xfrm>
          <a:prstGeom prst="rect">
            <a:avLst/>
          </a:prstGeom>
          <a:solidFill>
            <a:srgbClr val="081C15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08760"/>
            <a:ext cx="2011680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product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46888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backend live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92608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PWA mobile app running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338328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AI advisor active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384048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B7C4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Pitch deck ready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1508760"/>
            <a:ext cx="2011680" cy="3246120"/>
          </a:xfrm>
          <a:prstGeom prst="rect">
            <a:avLst/>
          </a:prstGeom>
          <a:solidFill>
            <a:srgbClr val="1B4332"/>
          </a:solidFill>
          <a:ln w="6350">
            <a:solidFill>
              <a:srgbClr val="A378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1508760"/>
            <a:ext cx="2011680" cy="402336"/>
          </a:xfrm>
          <a:prstGeom prst="rect">
            <a:avLst/>
          </a:prstGeom>
          <a:solidFill>
            <a:srgbClr val="A3783A"/>
          </a:solidFill>
          <a:ln w="12700">
            <a:solidFill>
              <a:srgbClr val="A37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5087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42032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polish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46888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plant camera scan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292608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Morning AI briefings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338328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URL — zenvision.co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384048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10 beta users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26864" y="1508760"/>
            <a:ext cx="2011680" cy="3246120"/>
          </a:xfrm>
          <a:prstGeom prst="rect">
            <a:avLst/>
          </a:prstGeom>
          <a:solidFill>
            <a:srgbClr val="1B4332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6864" y="1508760"/>
            <a:ext cx="2011680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15087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18304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users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36592" y="246888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Ohio homesteaders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36592" y="292608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launch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36592" y="338328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stories collected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36592" y="384048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Store submission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03136" y="1508760"/>
            <a:ext cx="2011680" cy="3246120"/>
          </a:xfrm>
          <a:prstGeom prst="rect">
            <a:avLst/>
          </a:prstGeom>
          <a:solidFill>
            <a:srgbClr val="1B4332"/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03136" y="1508760"/>
            <a:ext cx="2011680" cy="402336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94576" y="15087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1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June 9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94576" y="1993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Cincinnati AI Week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12864" y="246888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on stage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12864" y="292608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 meetings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12864" y="338328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 coverage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12864" y="384048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Raise pre-seed round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June 9th — we walk in with a live product, real users, and a story that makes the room go quiet.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914400"/>
            <a:ext cx="4572000" cy="4572000"/>
          </a:xfrm>
          <a:prstGeom prst="ellipse">
            <a:avLst/>
          </a:prstGeom>
          <a:solidFill>
            <a:srgbClr val="1B4332">
              <a:alpha val="50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raising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 funding.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fund: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Native mobile app — iOS + Android App Store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URL and cloud deployment — zenvision.co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1,000 users — Ohio community and marketing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0690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F8F4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bundle partnerships with solar suppliers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return: equity + the chance to be part of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something that actually matters.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81C15">
              <a:alpha val="50000"/>
            </a:srgbClr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371600"/>
            <a:ext cx="4572000" cy="4572000"/>
          </a:xfrm>
          <a:prstGeom prst="ellipse">
            <a:avLst/>
          </a:prstGeom>
          <a:solidFill>
            <a:srgbClr val="081C15">
              <a:alpha val="40000"/>
            </a:srgbClr>
          </a:solidFill>
          <a:ln w="6350">
            <a:solidFill>
              <a:srgbClr val="95D5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VEDURA COMPANY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4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exit ramp exists.</a:t>
            </a:r>
            <a:endParaRPr lang="en-US" sz="4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400" dirty="0">
                <a:solidFill>
                  <a:srgbClr val="F8F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built it.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bring life back to people's mornings.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378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zen.vedura.co  ·  hello@vedura.co  ·  Loveland, Ohio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2B788"/>
                </a:solidFill>
              </a:rPr>
              <a:t>🌱  ☀️  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Vedura Company — Cincinnati AI Week 2026</dc:title>
  <dc:subject>PptxGenJS Presentation</dc:subject>
  <dc:creator>PptxGenJS</dc:creator>
  <cp:lastModifiedBy>PptxGenJS</cp:lastModifiedBy>
  <cp:revision>1</cp:revision>
  <dcterms:created xsi:type="dcterms:W3CDTF">2026-03-23T10:26:27Z</dcterms:created>
  <dcterms:modified xsi:type="dcterms:W3CDTF">2026-03-23T10:26:27Z</dcterms:modified>
</cp:coreProperties>
</file>