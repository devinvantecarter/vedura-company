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4332">
              <a:alpha val="4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52B788">
              <a:alpha val="20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VEDURA COMPANY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first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truly solarpunk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Giving people a real alternative.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Cincinnati AI Week  ·  June 9,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People's livelihoods are being turned to garbage.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2560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crisis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365760" cy="36576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33472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costs are rising 15% annually. Outages increasing. People are trapped with no real alternative.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51760" cy="2560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insecurity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3280" y="2487168"/>
            <a:ext cx="365760" cy="36576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633472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chains are fragile. Growing your own food feels impossible without the right knowledge and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51760" cy="2560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of purpose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487168"/>
            <a:ext cx="365760" cy="36576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633472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have lost their morning reason to get up. The system has failed them and they know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cyberpunk dystopia isn't coming. It's already here.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081C15">
              <a:alpha val="5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81C15">
              <a:alpha val="40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"Like Superman,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 to help."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bring life back into people's mornings.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the exit ramp from a system that has failed them.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4023360"/>
            <a:ext cx="219456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Solarpunk is not an aesthetic. It's a plan.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 Vision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platform that makes off-grid living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accessible, intelligent, and beautiful.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23744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health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468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detects disease, pests, stress from a photo — runs in seconds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35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power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0358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Intelligently routes power across solar, battery, and grid based on priority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02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advisor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6027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running on your own hardware — private, free, works off-grid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696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41696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with others building the same life — knowledge that updates with the world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640080"/>
            <a:ext cx="2834640" cy="4297680"/>
          </a:xfrm>
          <a:prstGeom prst="roundRect">
            <a:avLst>
              <a:gd name="adj" fmla="val 6452"/>
            </a:avLst>
          </a:prstGeom>
          <a:solidFill>
            <a:srgbClr val="081C1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 Vision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homestead,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intelligently alive.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28600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31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35040" y="2724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scan 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154680"/>
            <a:ext cx="228600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200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3593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cloud costs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4023360"/>
            <a:ext cx="228600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4069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35040" y="4462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— your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slide deck. A working product.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114800" cy="841248"/>
          </a:xfrm>
          <a:prstGeom prst="rect">
            <a:avLst/>
          </a:prstGeom>
          <a:solidFill>
            <a:srgbClr val="081C15">
              <a:alpha val="8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73152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health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OpenCV computer vision — HSV analysis, edge detection, spot mapping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4114800" cy="841248"/>
          </a:xfrm>
          <a:prstGeom prst="rect">
            <a:avLst/>
          </a:prstGeom>
          <a:solidFill>
            <a:srgbClr val="081C15">
              <a:alpha val="8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828800"/>
            <a:ext cx="73152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AI 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494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Priority-based load routing across solar, battery, and grid with explainable decisions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4114800" cy="841248"/>
          </a:xfrm>
          <a:prstGeom prst="rect">
            <a:avLst/>
          </a:prstGeom>
          <a:solidFill>
            <a:srgbClr val="081C15">
              <a:alpha val="8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16352"/>
            <a:ext cx="73152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9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REST API — upload a photo, get an instant health report in seconds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816352"/>
            <a:ext cx="4114800" cy="841248"/>
          </a:xfrm>
          <a:prstGeom prst="rect">
            <a:avLst/>
          </a:prstGeom>
          <a:solidFill>
            <a:srgbClr val="081C15">
              <a:alpha val="8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16352"/>
            <a:ext cx="73152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889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advisor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via Ollama — runs on your hardware, zero cost, zero cloud, fully private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03904"/>
            <a:ext cx="4114800" cy="841248"/>
          </a:xfrm>
          <a:prstGeom prst="rect">
            <a:avLst/>
          </a:prstGeom>
          <a:solidFill>
            <a:srgbClr val="081C15">
              <a:alpha val="8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03904"/>
            <a:ext cx="73152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 mobile app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Installable on iPhone and Android — solarpunk design, works on your home WiFi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803904"/>
            <a:ext cx="4114800" cy="841248"/>
          </a:xfrm>
          <a:prstGeom prst="rect">
            <a:avLst/>
          </a:prstGeom>
          <a:solidFill>
            <a:srgbClr val="081C15">
              <a:alpha val="8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803904"/>
            <a:ext cx="73152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layer with session memory — your homestead advisor knows your setup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building what we're building.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01168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201168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116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Vedura / Zen Vision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2487168"/>
            <a:ext cx="201168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871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OffGrid AI Toolkit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4320" y="2962656"/>
            <a:ext cx="201168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96265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SmartHelio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0292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7724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74320" y="3438144"/>
            <a:ext cx="201168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4381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Toshiba Solar AI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6576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0292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008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7724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74320" y="3913632"/>
            <a:ext cx="201168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913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FarmBot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6576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0292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008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7724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274320" y="4389120"/>
            <a:ext cx="201168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43891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Tesla Powerwall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2860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860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6576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0292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008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008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77724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724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457200" y="4828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the only platform combining all five for the individual homesteader.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off-grid market is not a niche.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movement.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246888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250K+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Off-grid households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Growing 15% annually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2651760" cy="246888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18K+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2880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Ohio alone —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home market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Loveland is ground zero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651760" cy="246888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63640" y="2880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 potential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1% capture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$12/mo × 250K households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Ohio + Indiana: 2 of the top 5 states for off-grid growth. We're already here.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rivers of revenue.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453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819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$9–15 / month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130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health scans, solar monitoring, AI advisor, community. Free tier to grow the base. 5,000 users = $600K ARR.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73152" cy="914400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243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8986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bundles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243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$299–999 one-time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2095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Pre-configured solar starter kits, soil sensors, cameras — plug-and-play with Zen Vision out of the box.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73152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033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977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&amp; courses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703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 / month premium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2885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Q&amp;A, deep off-grid guides, peer networks for homesteaders. Our loyalty and retention engine.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62272"/>
            <a:ext cx="82296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profitability: 5,000 subscribers = $600K ARR. Achievable in 18 months.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can't Google just build this?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can build the software. They cannot build the soul.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Movement, not just a 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Solarpunk is a cultural identity. Our users don't just use Zen Vision — they belong to something. A corporation cannot authentically replicate that.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Local-first AI — truly private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0906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intelligence runs on your hardware. No OpenAI bill. No data sent to the cloud. No surveillance capitalism. This is a genuine competitive moat.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8221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competitor solves plant OR power. We solve the whole homestead. That integration is our defensible position in the market.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Midwest roots, Midwest market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building for the people our competitors ignore — rural Ohio, Indiana, Kentucky. We're already here. We understand this community because we are this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TO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days to Cincinnati. Here's the plan.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011680" cy="320040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01168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product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 live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 mobile app running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46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advisor active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785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deck 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508760"/>
            <a:ext cx="2011680" cy="3200400"/>
          </a:xfrm>
          <a:prstGeom prst="rect">
            <a:avLst/>
          </a:prstGeom>
          <a:solidFill>
            <a:srgbClr val="F0F4F0"/>
          </a:solidFill>
          <a:ln w="6350">
            <a:solidFill>
              <a:srgbClr val="A378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508760"/>
            <a:ext cx="2011680" cy="411480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polish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42032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plant camera scan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Morning briefing push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42032" y="3346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URL — zenvision.co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42032" y="3785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10 beta users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508760"/>
            <a:ext cx="2011680" cy="3200400"/>
          </a:xfrm>
          <a:prstGeom prst="rect">
            <a:avLst/>
          </a:prstGeom>
          <a:solidFill>
            <a:srgbClr val="F0F4F0"/>
          </a:solidFill>
          <a:ln w="6350">
            <a:solidFill>
              <a:srgbClr val="1B43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1508760"/>
            <a:ext cx="201168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users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Ohio homesteaders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launch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3346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stories collected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18304" y="3785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submission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03136" y="1508760"/>
            <a:ext cx="2011680" cy="3200400"/>
          </a:xfrm>
          <a:prstGeom prst="rect">
            <a:avLst/>
          </a:prstGeom>
          <a:solidFill>
            <a:srgbClr val="F0F4F0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3136" y="1508760"/>
            <a:ext cx="20116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 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94576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Cincinnati AI Week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94576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on stage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94576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meetings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4576" y="3346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coverage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4576" y="3785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A5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Raise pre-seed round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 9th — Cincinnati AI Week. We walk in with a live product, real users, and a story that matters.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731520"/>
            <a:ext cx="5029200" cy="5029200"/>
          </a:xfrm>
          <a:prstGeom prst="ellipse">
            <a:avLst/>
          </a:prstGeom>
          <a:solidFill>
            <a:srgbClr val="1B4332">
              <a:alpha val="5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raising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funding.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fund: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 — React Native on iOS + Android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278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URL and cloud deployment — zenvision.co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393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1,000 users — community and marketing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507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bundle partnerships with solar suppliers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return: equity + the chance to be part of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that actually matters.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81C15">
              <a:alpha val="5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81C15">
              <a:alpha val="40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VEDURA COMPANY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exit ramp exists.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it.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474720" y="2926080"/>
            <a:ext cx="219456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bring life back to people's mornings.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zen.vedura.co  ·  hello@vedura.co  ·  Loveland, Ohio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B788"/>
                </a:solidFill>
              </a:rPr>
              <a:t>🌱  ☀️  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Vedura Company — Cincinnati AI Week 2026</dc:title>
  <dc:subject>PptxGenJS Presentation</dc:subject>
  <dc:creator>PptxGenJS</dc:creator>
  <cp:lastModifiedBy>PptxGenJS</cp:lastModifiedBy>
  <cp:revision>1</cp:revision>
  <dcterms:created xsi:type="dcterms:W3CDTF">2026-03-23T10:09:09Z</dcterms:created>
  <dcterms:modified xsi:type="dcterms:W3CDTF">2026-03-23T10:09:09Z</dcterms:modified>
</cp:coreProperties>
</file>